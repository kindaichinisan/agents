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3E28E-18CE-48AC-B6DC-8A8656CDE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6A52DD-2FAB-4A70-B6D2-95F094A8B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BAD745-F79C-4969-B66B-32EAF85AE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786EE0-F04B-4BBE-8583-F02BC47C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9FA26-9A64-457F-8D29-D065353FF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6792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AF50E-259D-4420-9188-F51DD2BAF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F7E3F-7470-4510-A780-183E65AC1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D4AD1-EA5B-4614-A5E6-D63FC76F3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FB14E-3AD2-47F4-A1D1-E1C9AC988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876F6-21A2-4792-B530-0A93D3DBC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9345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865F-0872-4848-9520-4A864C60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D33-E69A-4B17-A1A3-EE468AAB6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E0E53-7128-4B7B-A804-96C3DFBB3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BECC3-1CCF-43E3-958B-064CE362C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A9F1B-A0D5-4299-91F8-A52B32E0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9936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F2B6E-2A11-419C-9C74-50A409504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0461F-DECA-4D9E-B39B-D63502553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21C229-1E37-4349-B92D-45D802796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20FF1-9E73-47C2-841C-37A7861B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30EA0D-F4E5-4D2C-A310-EBF53519C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7CF5-3FEA-4D0A-9F31-87D4A8BFA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1183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4066D-E371-4B98-91E9-0205C29A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291F3E-6BB8-40EA-9642-81AC285756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71627-C43B-41B9-93D1-AC127EDF1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29F57F-2C4A-426A-B528-A9A6B27490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8BBCD7-113F-42D8-808C-51BE80459D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58795B-42BC-4C90-9D35-999C22D27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1A241B-A482-4DAF-AD71-BA7868572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BBAEC-4E21-45B9-BBFD-9985DE636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1435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449E6-7ECD-49C3-BBCA-72C0674AA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BF4CAD-2675-48FF-8155-9287FBE77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FBF989-35FF-4401-A869-05969EAB7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4B274A-A165-4443-9574-895CE8597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04235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36E2EB-85F6-469D-914B-2EDEB5D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71A4C5-FEB3-494D-8286-AFA5B25B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7AE82-9387-4C55-89BB-24A45AD50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382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936D-8829-4BB8-A867-54E0457C0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3C72F-CEE9-48FB-9F11-D0586F2ED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40591-FB62-4D16-8640-1C1A1B5E6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38D76-9F15-4280-9050-14326E6B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F20088-3883-4889-97AF-802D607B1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34916A-9F25-4A31-8882-DBF7DB057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82592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AB50C-175F-4F42-A189-809867FA9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890ACF-AFD2-4AB2-821E-F00C5F31A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043709-C786-4B05-99B9-88AEC37D9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2D6C43-B6F1-408C-8A0F-770601C25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78BD1D-21CC-4DE7-BEE1-D623B02A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3AE7A-6AFE-4DC8-8036-9C9684DA8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59184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A867B-006D-4CFD-B0EC-6278F9C6F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68286A-F7B1-4E68-85D2-589B8E6EB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E87C5-816E-492F-A0B6-37580D37F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B506B-7592-40AA-96EF-65E8E107D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3A27B-7FBB-4800-A8DA-288A2A7F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9993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CAE2E0-E6B1-495D-AC76-5924F353B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D381DB-6117-4A94-B30D-F357548258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0CC51-792E-4BE0-B368-1BAD7EC30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D2F8B-58E9-4E4B-BAE5-CFEBD5297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291426-4EDB-4891-B650-32D85684F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64661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5E2B54-3CD0-4C6D-91BB-5B801A35B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131115-64CF-40C8-98C8-CCA45F625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DEB0A-461F-440E-B604-1DF75527D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33E07-AC5D-4A66-9D8F-502DF1D54D74}" type="datetimeFigureOut">
              <a:rPr lang="en-SG" smtClean="0"/>
              <a:t>16/4/2026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B83EB-4DE8-4EB6-BBCA-61BE02C9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537C43-4A9B-4640-A015-728970869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64D15-4076-4753-9929-926202C46B3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89685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uv/" TargetMode="External"/><Relationship Id="rId2" Type="http://schemas.openxmlformats.org/officeDocument/2006/relationships/hyperlink" Target="https://cursor.com/downloa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pushover.net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F952D-8CBE-44DE-B2A1-0F588A3249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Engineer Agentic Track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444F2-998C-4660-B8E0-DBD77EAC79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2532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E9E01-EB1A-4CB8-AC8A-A20D0D141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who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92A84-0FF1-4808-81BF-3058E2244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coder</a:t>
            </a:r>
          </a:p>
          <a:p>
            <a:r>
              <a:rPr lang="en-US" dirty="0"/>
              <a:t>Ai engineer</a:t>
            </a:r>
          </a:p>
          <a:p>
            <a:r>
              <a:rPr lang="en-US" dirty="0"/>
              <a:t>Agent engineer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Can take LLM engineering course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74629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0256A-0B1A-4081-911D-42235E9E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C19C5-838A-474B-A502-EABC580DB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Cursor is AI platform powered by LLM</a:t>
            </a:r>
          </a:p>
          <a:p>
            <a:r>
              <a:rPr lang="en-US" dirty="0"/>
              <a:t>UV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9169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D7ADA-595E-423D-A86D-6F06E6DEC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cost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F4E2E-B83A-4464-915E-BEFF38D8A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Deepseek</a:t>
            </a:r>
            <a:r>
              <a:rPr lang="en-US" dirty="0"/>
              <a:t> lower cost than </a:t>
            </a:r>
            <a:r>
              <a:rPr lang="en-US" dirty="0" err="1"/>
              <a:t>OpenAI</a:t>
            </a:r>
            <a:endParaRPr lang="en-US" dirty="0"/>
          </a:p>
          <a:p>
            <a:r>
              <a:rPr lang="en-US" dirty="0" err="1"/>
              <a:t>Ollama</a:t>
            </a:r>
            <a:r>
              <a:rPr lang="en-US" dirty="0"/>
              <a:t> for 0 cost but with trade-offs</a:t>
            </a:r>
          </a:p>
          <a:p>
            <a:r>
              <a:rPr lang="en-US" dirty="0"/>
              <a:t>For this course, &lt; $25.</a:t>
            </a:r>
          </a:p>
          <a:p>
            <a:r>
              <a:rPr lang="en-US" dirty="0"/>
              <a:t>Cost is actually quite low comparing the need to maintain the hardware.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7442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5983A-AE9C-4F80-BAD5-C87458E8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 Donner </a:t>
            </a:r>
            <a:r>
              <a:rPr lang="en-US" dirty="0" err="1"/>
              <a:t>github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6298C-5613-4B3B-B4DF-1038AEFB4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Connect via </a:t>
            </a:r>
            <a:r>
              <a:rPr lang="en-SG" dirty="0" err="1"/>
              <a:t>linkedin</a:t>
            </a:r>
            <a:endParaRPr lang="en-SG" dirty="0"/>
          </a:p>
          <a:p>
            <a:r>
              <a:rPr lang="en-SG" dirty="0"/>
              <a:t>https://github.com/ed-donner/agents</a:t>
            </a:r>
          </a:p>
        </p:txBody>
      </p:sp>
    </p:spTree>
    <p:extLst>
      <p:ext uri="{BB962C8B-B14F-4D97-AF65-F5344CB8AC3E}">
        <p14:creationId xmlns:p14="http://schemas.microsoft.com/office/powerpoint/2010/main" val="1011639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C0A3-BC63-465F-B6DD-DC8A66119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on Windows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79657-1A4C-475F-A0A0-2765B8EB3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clone repo</a:t>
            </a:r>
          </a:p>
          <a:p>
            <a:r>
              <a:rPr lang="en-US" dirty="0"/>
              <a:t>Install cursor (</a:t>
            </a:r>
            <a:r>
              <a:rPr lang="en-US" dirty="0">
                <a:hlinkClick r:id="rId2"/>
              </a:rPr>
              <a:t>https://cursor.com/download</a:t>
            </a:r>
            <a:r>
              <a:rPr lang="en-US" dirty="0"/>
              <a:t>)</a:t>
            </a:r>
          </a:p>
          <a:p>
            <a:r>
              <a:rPr lang="en-US" dirty="0" err="1"/>
              <a:t>Uv</a:t>
            </a:r>
            <a:r>
              <a:rPr lang="en-US" dirty="0"/>
              <a:t> package manager </a:t>
            </a:r>
            <a:r>
              <a:rPr lang="en-US" dirty="0">
                <a:hlinkClick r:id="rId3"/>
              </a:rPr>
              <a:t>(https://docs.astral.sh/uv/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uv</a:t>
            </a:r>
            <a:r>
              <a:rPr lang="en-US" dirty="0"/>
              <a:t> sync in Cursor Terminal (take a few hours)</a:t>
            </a:r>
          </a:p>
          <a:p>
            <a:r>
              <a:rPr lang="en-US"/>
              <a:t>Get API key </a:t>
            </a:r>
            <a:r>
              <a:rPr lang="en-US" dirty="0"/>
              <a:t>in Open-AI or other alternative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48033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2218F-540B-47C2-9786-8508B41A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Agentic AI framework</a:t>
            </a:r>
            <a:endParaRPr lang="en-S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AD2DB17-1942-4E63-A5CC-02C3F178B1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378947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4225877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904048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308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framework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MCP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806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OpenAI</a:t>
                      </a:r>
                      <a:r>
                        <a:rPr lang="en-US" dirty="0"/>
                        <a:t> Agents SDK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Crew AI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6041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LangGraph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AutoGen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86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635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2270C-C64A-4468-8C76-CD7C162A3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7D9D1-F7C9-431A-9F2F-D27874872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Tools is just json</a:t>
            </a:r>
          </a:p>
          <a:p>
            <a:r>
              <a:rPr lang="en-US" dirty="0"/>
              <a:t>Use for loop and if statements to handle different tools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5905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C4D14-E308-479D-B763-229C75940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Pushover Tool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E285D-BFF9-413F-B3A7-50236E960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http://pushover.net</a:t>
            </a:r>
            <a:endParaRPr lang="en-US" dirty="0"/>
          </a:p>
          <a:p>
            <a:r>
              <a:rPr lang="en-US" dirty="0"/>
              <a:t>Free</a:t>
            </a:r>
          </a:p>
          <a:p>
            <a:r>
              <a:rPr lang="en-US" dirty="0"/>
              <a:t>Send </a:t>
            </a:r>
            <a:r>
              <a:rPr lang="en-US" dirty="0" err="1"/>
              <a:t>sms</a:t>
            </a:r>
            <a:r>
              <a:rPr lang="en-US" dirty="0"/>
              <a:t> to </a:t>
            </a:r>
            <a:r>
              <a:rPr lang="en-US" dirty="0" err="1"/>
              <a:t>ur</a:t>
            </a:r>
            <a:r>
              <a:rPr lang="en-US" dirty="0"/>
              <a:t> phone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67242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166</Words>
  <Application>Microsoft Office PowerPoint</Application>
  <PresentationFormat>Widescreen</PresentationFormat>
  <Paragraphs>37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AI Engineer Agentic Track</vt:lpstr>
      <vt:lpstr>For who</vt:lpstr>
      <vt:lpstr>Tools</vt:lpstr>
      <vt:lpstr>API cost</vt:lpstr>
      <vt:lpstr>Ed Donner github</vt:lpstr>
      <vt:lpstr>Setup on Windows</vt:lpstr>
      <vt:lpstr>Agentic AI framework</vt:lpstr>
      <vt:lpstr>PowerPoint Presentation</vt:lpstr>
      <vt:lpstr>Pushover Tool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Engineer Agentic Track</dc:title>
  <dc:creator>Huang Wenjun</dc:creator>
  <cp:lastModifiedBy>Huang Wenjun</cp:lastModifiedBy>
  <cp:revision>14</cp:revision>
  <dcterms:created xsi:type="dcterms:W3CDTF">2026-04-15T05:10:34Z</dcterms:created>
  <dcterms:modified xsi:type="dcterms:W3CDTF">2026-04-16T10:12:20Z</dcterms:modified>
</cp:coreProperties>
</file>