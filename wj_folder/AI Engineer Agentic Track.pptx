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73" r:id="rId5"/>
    <p:sldId id="274" r:id="rId6"/>
    <p:sldId id="275" r:id="rId7"/>
    <p:sldId id="259" r:id="rId8"/>
    <p:sldId id="260" r:id="rId9"/>
    <p:sldId id="261" r:id="rId10"/>
    <p:sldId id="262" r:id="rId11"/>
    <p:sldId id="276" r:id="rId12"/>
    <p:sldId id="277" r:id="rId13"/>
    <p:sldId id="270" r:id="rId14"/>
    <p:sldId id="263" r:id="rId15"/>
    <p:sldId id="265" r:id="rId16"/>
    <p:sldId id="264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987" autoAdjust="0"/>
    <p:restoredTop sz="94660"/>
  </p:normalViewPr>
  <p:slideViewPr>
    <p:cSldViewPr snapToGrid="0">
      <p:cViewPr varScale="1">
        <p:scale>
          <a:sx n="44" d="100"/>
          <a:sy n="44" d="100"/>
        </p:scale>
        <p:origin x="-108" y="-7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B3E28E-18CE-48AC-B6DC-8A8656CDE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6A52DD-2FAB-4A70-B6D2-95F094A8B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4BAD745-F79C-4969-B66B-32EAF85AE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C786EE0-F04B-4BBE-8583-F02BC47C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A99FA26-9A64-457F-8D29-D065353FF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66792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5AF50E-259D-4420-9188-F51DD2BAF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3F7E3F-7470-4510-A780-183E65AC1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4D4AD1-EA5B-4614-A5E6-D63FC76F3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18FB14E-3AD2-47F4-A1D1-E1C9AC98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17876F6-21A2-4792-B530-0A93D3DBC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99345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6B6865F-0872-4848-9520-4A864C60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0AC7D33-E69A-4B17-A1A3-EE468AAB6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72E0E53-7128-4B7B-A804-96C3DFBB3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6BECC3-1CCF-43E3-958B-064CE362C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20A9F1B-A0D5-4299-91F8-A52B32E0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959936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F9F2B6E-2A11-419C-9C74-50A409504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4E0461F-DECA-4D9E-B39B-D63502553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D21C229-1E37-4349-B92D-45D80279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CF20FF1-9E73-47C2-841C-37A7861B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F30EA0D-F4E5-4D2C-A310-EBF53519C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CF787CF5-3FEA-4D0A-9F31-87D4A8BFA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521183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64066D-E371-4B98-91E9-0205C29A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D291F3E-6BB8-40EA-9642-81AC285756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3D71627-C43B-41B9-93D1-AC127EDF1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5729F57F-2C4A-426A-B528-A9A6B27490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08BBCD7-113F-42D8-808C-51BE80459D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F58795B-42BC-4C90-9D35-999C22D27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61A241B-A482-4DAF-AD71-BA7868572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0C6BBAEC-4E21-45B9-BBFD-9985DE636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91435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F449E6-7ECD-49C3-BBCA-72C0674AA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14BF4CAD-2675-48FF-8155-9287FBE77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8FFBF989-35FF-4401-A869-05969EAB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A4B274A-A165-4443-9574-895CE8597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204235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636E2EB-85F6-469D-914B-2EDEB5D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871A4C5-FEB3-494D-8286-AFA5B25B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7AE82-9387-4C55-89BB-24A45AD50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01382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3E936D-8829-4BB8-A867-54E0457C0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A3C72F-CEE9-48FB-9F11-D0586F2ED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40591-FB62-4D16-8640-1C1A1B5E6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7838D76-9F15-4280-9050-14326E6B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6F20088-3883-4889-97AF-802D607B1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734916A-9F25-4A31-8882-DBF7DB057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882592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2AB50C-175F-4F42-A189-809867FA9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8E890ACF-AFD2-4AB2-821E-F00C5F31A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0043709-C786-4B05-99B9-88AEC37D9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22D6C43-B6F1-408C-8A0F-770601C25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678BD1D-21CC-4DE7-BEE1-D623B02A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EA3AE7A-6AFE-4DC8-8036-9C9684DA8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25918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AAA867B-006D-4CFD-B0EC-6278F9C6F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B68286A-F7B1-4E68-85D2-589B8E6EB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ABE87C5-816E-492F-A0B6-37580D37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CB506B-7592-40AA-96EF-65E8E107D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0B3A27B-7FBB-4800-A8DA-288A2A7F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789993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E3CAE2E0-E6B1-495D-AC76-5924F353B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4D381DB-6117-4A94-B30D-F35754825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9F0CC51-792E-4BE0-B368-1BAD7EC30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71D2F8B-58E9-4E4B-BAE5-CFEBD5297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7291426-4EDB-4891-B650-32D85684F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264661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565E2B54-3CD0-4C6D-91BB-5B801A35B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E131115-64CF-40C8-98C8-CCA45F625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35DEB0A-461F-440E-B604-1DF75527D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3E07-AC5D-4A66-9D8F-502DF1D54D74}" type="datetimeFigureOut">
              <a:rPr lang="en-SG" smtClean="0"/>
              <a:pPr/>
              <a:t>19/4/2026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A0B83EB-4DE8-4EB6-BBCA-61BE02C9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F537C43-4A9B-4640-A015-728970869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289685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uv/" TargetMode="External"/><Relationship Id="rId2" Type="http://schemas.openxmlformats.org/officeDocument/2006/relationships/hyperlink" Target="https://cursor.com/download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pushover.net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DF952D-8CBE-44DE-B2A1-0F588A3249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Engineer Agentic Track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1AA444F2-998C-4660-B8E0-DBD77EAC79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032532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n8n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Open source workflow automation tool</a:t>
            </a:r>
          </a:p>
          <a:p>
            <a:r>
              <a:rPr lang="en-SG" dirty="0" smtClean="0"/>
              <a:t>No code/lo-code</a:t>
            </a:r>
          </a:p>
          <a:p>
            <a:r>
              <a:rPr lang="en-SG" dirty="0" smtClean="0"/>
              <a:t>Agent</a:t>
            </a:r>
          </a:p>
          <a:p>
            <a:pPr lvl="1"/>
            <a:r>
              <a:rPr lang="en-SG" dirty="0" smtClean="0"/>
              <a:t>Chat model (API key)</a:t>
            </a:r>
          </a:p>
          <a:p>
            <a:pPr lvl="2"/>
            <a:r>
              <a:rPr lang="en-SG" dirty="0" smtClean="0"/>
              <a:t>Gpt-4o-mini</a:t>
            </a:r>
          </a:p>
          <a:p>
            <a:pPr lvl="1"/>
            <a:r>
              <a:rPr lang="en-SG" dirty="0" smtClean="0"/>
              <a:t>Tool</a:t>
            </a:r>
          </a:p>
          <a:p>
            <a:pPr lvl="2"/>
            <a:r>
              <a:rPr lang="en-SG" dirty="0" smtClean="0"/>
              <a:t>Philip Hue </a:t>
            </a:r>
            <a:r>
              <a:rPr lang="en-SG" dirty="0" err="1" smtClean="0"/>
              <a:t>lightbulb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Course intro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Theory</a:t>
            </a:r>
          </a:p>
          <a:p>
            <a:r>
              <a:rPr lang="en-SG" dirty="0" smtClean="0"/>
              <a:t>Frameworks</a:t>
            </a:r>
          </a:p>
          <a:p>
            <a:r>
              <a:rPr lang="en-SG" dirty="0" smtClean="0"/>
              <a:t>Projects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Lesson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Week1 Foundations</a:t>
            </a:r>
          </a:p>
          <a:p>
            <a:r>
              <a:rPr lang="en-SG" dirty="0" smtClean="0"/>
              <a:t>Week2 </a:t>
            </a:r>
            <a:r>
              <a:rPr lang="en-SG" dirty="0" err="1" smtClean="0"/>
              <a:t>OpenAI</a:t>
            </a:r>
            <a:r>
              <a:rPr lang="en-SG" dirty="0" smtClean="0"/>
              <a:t> Agents SDK</a:t>
            </a:r>
          </a:p>
          <a:p>
            <a:r>
              <a:rPr lang="en-SG" dirty="0" smtClean="0"/>
              <a:t>Week3 Crew AI</a:t>
            </a:r>
          </a:p>
          <a:p>
            <a:r>
              <a:rPr lang="en-SG" dirty="0" smtClean="0"/>
              <a:t>Week4 </a:t>
            </a:r>
            <a:r>
              <a:rPr lang="en-SG" dirty="0" err="1" smtClean="0"/>
              <a:t>LangGraph</a:t>
            </a:r>
            <a:endParaRPr lang="en-SG" dirty="0" smtClean="0"/>
          </a:p>
          <a:p>
            <a:r>
              <a:rPr lang="en-SG" dirty="0" smtClean="0"/>
              <a:t>Week5 MS </a:t>
            </a:r>
            <a:r>
              <a:rPr lang="en-SG" dirty="0" err="1" smtClean="0"/>
              <a:t>AutoGen</a:t>
            </a:r>
            <a:endParaRPr lang="en-SG" dirty="0" smtClean="0"/>
          </a:p>
          <a:p>
            <a:r>
              <a:rPr lang="en-SG" dirty="0" smtClean="0"/>
              <a:t>Week6 MCP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Blue box: New</a:t>
            </a:r>
          </a:p>
          <a:p>
            <a:r>
              <a:rPr lang="en-SG" dirty="0" smtClean="0"/>
              <a:t>Yellow: Project</a:t>
            </a:r>
          </a:p>
          <a:p>
            <a:r>
              <a:rPr lang="en-SG" dirty="0" smtClean="0"/>
              <a:t>Bright yellow: Major project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3CE9E01-EB1A-4CB8-AC8A-A20D0D141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who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4D92A84-0FF1-4808-81BF-3058E2244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coder</a:t>
            </a:r>
          </a:p>
          <a:p>
            <a:r>
              <a:rPr lang="en-US" dirty="0"/>
              <a:t>Ai engineer</a:t>
            </a:r>
          </a:p>
          <a:p>
            <a:r>
              <a:rPr lang="en-US" dirty="0"/>
              <a:t>Agent </a:t>
            </a:r>
            <a:r>
              <a:rPr lang="en-US" dirty="0" smtClean="0"/>
              <a:t>engineer</a:t>
            </a:r>
          </a:p>
          <a:p>
            <a:pPr>
              <a:buNone/>
            </a:pPr>
            <a:endParaRPr lang="en-SG" dirty="0" smtClean="0"/>
          </a:p>
          <a:p>
            <a:pPr>
              <a:buNone/>
            </a:pPr>
            <a:r>
              <a:rPr lang="en-SG" dirty="0" smtClean="0"/>
              <a:t>Using </a:t>
            </a:r>
            <a:r>
              <a:rPr lang="en-SG" dirty="0" err="1" smtClean="0"/>
              <a:t>py</a:t>
            </a:r>
            <a:r>
              <a:rPr lang="en-SG" dirty="0" smtClean="0"/>
              <a:t> and </a:t>
            </a:r>
            <a:r>
              <a:rPr lang="en-SG" dirty="0" err="1" smtClean="0"/>
              <a:t>ipynb</a:t>
            </a:r>
            <a:r>
              <a:rPr lang="en-SG" dirty="0" smtClean="0"/>
              <a:t> in this course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Can take LLM engineering course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77462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F0256A-0B1A-4081-911D-42235E9E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AC19C5-838A-474B-A502-EABC580DB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Cursor is AI platform powered by </a:t>
            </a:r>
            <a:r>
              <a:rPr lang="en-US" dirty="0" smtClean="0"/>
              <a:t>LLM</a:t>
            </a:r>
          </a:p>
          <a:p>
            <a:pPr lvl="1"/>
            <a:r>
              <a:rPr lang="en-SG" dirty="0" smtClean="0"/>
              <a:t>Build on top of </a:t>
            </a:r>
            <a:r>
              <a:rPr lang="en-SG" dirty="0" err="1" smtClean="0"/>
              <a:t>VSCode</a:t>
            </a:r>
            <a:endParaRPr lang="en-SG" dirty="0" smtClean="0"/>
          </a:p>
          <a:p>
            <a:pPr lvl="1"/>
            <a:r>
              <a:rPr lang="en-SG" dirty="0" smtClean="0"/>
              <a:t>AI features</a:t>
            </a:r>
            <a:endParaRPr lang="en-US" dirty="0"/>
          </a:p>
          <a:p>
            <a:r>
              <a:rPr lang="en-US" dirty="0" smtClean="0"/>
              <a:t>UV</a:t>
            </a:r>
          </a:p>
          <a:p>
            <a:pPr lvl="1"/>
            <a:r>
              <a:rPr lang="en-SG" dirty="0" err="1" smtClean="0"/>
              <a:t>CrewAI</a:t>
            </a:r>
            <a:r>
              <a:rPr lang="en-SG" dirty="0" smtClean="0"/>
              <a:t> is built on UV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3491695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B3D7ADA-595E-423D-A86D-6F06E6DEC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cost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81F4E2E-B83A-4464-915E-BEFF38D8A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Deepseek</a:t>
            </a:r>
            <a:r>
              <a:rPr lang="en-US" dirty="0"/>
              <a:t> lower cost than </a:t>
            </a:r>
            <a:r>
              <a:rPr lang="en-US" dirty="0" err="1"/>
              <a:t>OpenAI</a:t>
            </a:r>
            <a:endParaRPr lang="en-US" dirty="0"/>
          </a:p>
          <a:p>
            <a:r>
              <a:rPr lang="en-US" dirty="0" err="1"/>
              <a:t>Ollama</a:t>
            </a:r>
            <a:r>
              <a:rPr lang="en-US" dirty="0"/>
              <a:t> for 0 cost but with trade-offs</a:t>
            </a:r>
          </a:p>
          <a:p>
            <a:r>
              <a:rPr lang="en-US" dirty="0"/>
              <a:t>For this course, &lt; $25.</a:t>
            </a:r>
          </a:p>
          <a:p>
            <a:r>
              <a:rPr lang="en-US" dirty="0"/>
              <a:t>Cost is actually quite low comparing the need to maintain the hardware.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297442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045983A-AE9C-4F80-BAD5-C87458E8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 Donner </a:t>
            </a:r>
            <a:r>
              <a:rPr lang="en-US" dirty="0" err="1"/>
              <a:t>github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CC6298C-5613-4B3B-B4DF-1038AEFB4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MP Morgan</a:t>
            </a:r>
          </a:p>
          <a:p>
            <a:r>
              <a:rPr lang="en-SG" dirty="0" smtClean="0"/>
              <a:t>London -&gt; Tokyo -&gt; New York</a:t>
            </a:r>
          </a:p>
          <a:p>
            <a:r>
              <a:rPr lang="en-SG" dirty="0" smtClean="0"/>
              <a:t>Company Nebula</a:t>
            </a:r>
          </a:p>
          <a:p>
            <a:r>
              <a:rPr lang="en-SG" dirty="0" smtClean="0"/>
              <a:t>Company </a:t>
            </a:r>
            <a:r>
              <a:rPr lang="en-SG" dirty="0" err="1" smtClean="0"/>
              <a:t>nTech</a:t>
            </a:r>
            <a:r>
              <a:rPr lang="en-SG" dirty="0" smtClean="0"/>
              <a:t> acquired.</a:t>
            </a:r>
          </a:p>
          <a:p>
            <a:r>
              <a:rPr lang="en-SG" dirty="0" smtClean="0"/>
              <a:t>LLM Engineering Course</a:t>
            </a:r>
          </a:p>
          <a:p>
            <a:r>
              <a:rPr lang="en-SG" dirty="0" smtClean="0"/>
              <a:t>Connect </a:t>
            </a:r>
            <a:r>
              <a:rPr lang="en-SG" dirty="0"/>
              <a:t>via </a:t>
            </a:r>
            <a:r>
              <a:rPr lang="en-SG" dirty="0" err="1"/>
              <a:t>linkedin</a:t>
            </a:r>
            <a:endParaRPr lang="en-SG" dirty="0"/>
          </a:p>
          <a:p>
            <a:r>
              <a:rPr lang="en-SG" dirty="0"/>
              <a:t>https://github.com/ed-donner/agents</a:t>
            </a:r>
          </a:p>
        </p:txBody>
      </p:sp>
    </p:spTree>
    <p:extLst>
      <p:ext uri="{BB962C8B-B14F-4D97-AF65-F5344CB8AC3E}">
        <p14:creationId xmlns:p14="http://schemas.microsoft.com/office/powerpoint/2010/main" xmlns="" val="1011639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61C0A3-BC63-465F-B6DD-DC8A6611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on Windows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4779657-1A4C-475F-A0A0-2765B8EB3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 smtClean="0"/>
              <a:t>Gotchas</a:t>
            </a:r>
            <a:r>
              <a:rPr lang="en-US" dirty="0" smtClean="0"/>
              <a:t> for Windows</a:t>
            </a:r>
          </a:p>
          <a:p>
            <a:pPr lvl="1"/>
            <a:r>
              <a:rPr lang="en-US" dirty="0" smtClean="0"/>
              <a:t>Filename length limit</a:t>
            </a:r>
          </a:p>
          <a:p>
            <a:pPr lvl="1"/>
            <a:r>
              <a:rPr lang="en-SG" dirty="0" smtClean="0"/>
              <a:t>Antivirus</a:t>
            </a:r>
            <a:endParaRPr lang="en-US" dirty="0" smtClean="0"/>
          </a:p>
          <a:p>
            <a:r>
              <a:rPr lang="en-US" dirty="0" err="1" smtClean="0"/>
              <a:t>Git</a:t>
            </a:r>
            <a:r>
              <a:rPr lang="en-US" dirty="0" smtClean="0"/>
              <a:t> </a:t>
            </a:r>
            <a:r>
              <a:rPr lang="en-US" dirty="0"/>
              <a:t>clone repo</a:t>
            </a:r>
          </a:p>
          <a:p>
            <a:r>
              <a:rPr lang="en-US" dirty="0"/>
              <a:t>Install cursor (</a:t>
            </a:r>
            <a:r>
              <a:rPr lang="en-US" dirty="0">
                <a:hlinkClick r:id="rId2"/>
              </a:rPr>
              <a:t>https://cursor.com/download</a:t>
            </a:r>
            <a:r>
              <a:rPr lang="en-US" dirty="0"/>
              <a:t>)</a:t>
            </a:r>
          </a:p>
          <a:p>
            <a:r>
              <a:rPr lang="en-US" dirty="0" err="1"/>
              <a:t>Uv</a:t>
            </a:r>
            <a:r>
              <a:rPr lang="en-US" dirty="0"/>
              <a:t> package manager </a:t>
            </a:r>
            <a:r>
              <a:rPr lang="en-US" dirty="0">
                <a:hlinkClick r:id="rId3"/>
              </a:rPr>
              <a:t>(https://docs.astral.sh/uv</a:t>
            </a:r>
            <a:r>
              <a:rPr lang="en-US" dirty="0" smtClean="0">
                <a:hlinkClick r:id="rId3"/>
              </a:rPr>
              <a:t>/</a:t>
            </a:r>
            <a:r>
              <a:rPr lang="en-US" dirty="0" smtClean="0"/>
              <a:t>)</a:t>
            </a:r>
          </a:p>
          <a:p>
            <a:pPr lvl="1"/>
            <a:r>
              <a:rPr lang="en-SG" dirty="0" smtClean="0"/>
              <a:t>Astral company</a:t>
            </a:r>
          </a:p>
          <a:p>
            <a:pPr lvl="1"/>
            <a:r>
              <a:rPr lang="en-SG" dirty="0" err="1" smtClean="0"/>
              <a:t>uv</a:t>
            </a:r>
            <a:r>
              <a:rPr lang="en-SG" dirty="0" smtClean="0"/>
              <a:t> –version to check if install.</a:t>
            </a:r>
            <a:endParaRPr lang="en-US" dirty="0"/>
          </a:p>
          <a:p>
            <a:pPr lvl="1"/>
            <a:r>
              <a:rPr lang="en-US" dirty="0" err="1"/>
              <a:t>uv</a:t>
            </a:r>
            <a:r>
              <a:rPr lang="en-US" dirty="0"/>
              <a:t> sync in Cursor Terminal </a:t>
            </a:r>
            <a:r>
              <a:rPr lang="en-US" dirty="0" smtClean="0"/>
              <a:t>(fast. Take much less than an hour)</a:t>
            </a:r>
          </a:p>
          <a:p>
            <a:pPr lvl="2"/>
            <a:r>
              <a:rPr lang="en-SG" dirty="0" smtClean="0"/>
              <a:t>It creates an virtual </a:t>
            </a:r>
            <a:r>
              <a:rPr lang="en-SG" dirty="0" err="1" smtClean="0"/>
              <a:t>env</a:t>
            </a:r>
            <a:r>
              <a:rPr lang="en-SG" dirty="0" smtClean="0"/>
              <a:t> (.</a:t>
            </a:r>
            <a:r>
              <a:rPr lang="en-SG" dirty="0" err="1" smtClean="0"/>
              <a:t>venv</a:t>
            </a:r>
            <a:r>
              <a:rPr lang="en-SG" dirty="0" smtClean="0"/>
              <a:t>)</a:t>
            </a:r>
          </a:p>
          <a:p>
            <a:pPr lvl="2"/>
            <a:r>
              <a:rPr lang="en-SG" dirty="0" smtClean="0"/>
              <a:t>Use </a:t>
            </a:r>
            <a:r>
              <a:rPr lang="en-SG" dirty="0" err="1" smtClean="0"/>
              <a:t>uv</a:t>
            </a:r>
            <a:r>
              <a:rPr lang="en-SG" dirty="0" smtClean="0"/>
              <a:t> run instead of python run</a:t>
            </a:r>
            <a:endParaRPr lang="en-US" dirty="0"/>
          </a:p>
          <a:p>
            <a:r>
              <a:rPr lang="en-US" dirty="0"/>
              <a:t>Get API key in Open-AI or other </a:t>
            </a:r>
            <a:r>
              <a:rPr lang="en-US" dirty="0" smtClean="0"/>
              <a:t>alternative</a:t>
            </a:r>
          </a:p>
          <a:p>
            <a:pPr lvl="1"/>
            <a:r>
              <a:rPr lang="en-SG" dirty="0" smtClean="0"/>
              <a:t>Billing</a:t>
            </a:r>
          </a:p>
          <a:p>
            <a:pPr lvl="1"/>
            <a:r>
              <a:rPr lang="en-SG" dirty="0" smtClean="0"/>
              <a:t>Secret key</a:t>
            </a:r>
          </a:p>
          <a:p>
            <a:r>
              <a:rPr lang="en-SG" dirty="0" smtClean="0"/>
              <a:t>Create .</a:t>
            </a:r>
            <a:r>
              <a:rPr lang="en-SG" dirty="0" err="1" smtClean="0"/>
              <a:t>env</a:t>
            </a:r>
            <a:r>
              <a:rPr lang="en-SG" dirty="0" smtClean="0"/>
              <a:t> file to put in secret key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4248033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Use </a:t>
            </a:r>
            <a:r>
              <a:rPr lang="en-SG" dirty="0" err="1" smtClean="0"/>
              <a:t>ollama</a:t>
            </a:r>
            <a:r>
              <a:rPr lang="en-SG" dirty="0" smtClean="0"/>
              <a:t> instead of </a:t>
            </a:r>
            <a:r>
              <a:rPr lang="en-SG" dirty="0" err="1" smtClean="0"/>
              <a:t>OpenAI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Ollama</a:t>
            </a:r>
            <a:r>
              <a:rPr lang="en-SG" dirty="0" smtClean="0"/>
              <a:t> –version: check if installed</a:t>
            </a:r>
          </a:p>
          <a:p>
            <a:r>
              <a:rPr lang="en-SG" dirty="0" err="1" smtClean="0"/>
              <a:t>Ollama</a:t>
            </a:r>
            <a:r>
              <a:rPr lang="en-SG" dirty="0" smtClean="0"/>
              <a:t> run llama3.2: download model to your </a:t>
            </a:r>
            <a:r>
              <a:rPr lang="en-SG" dirty="0" smtClean="0"/>
              <a:t>computer</a:t>
            </a:r>
          </a:p>
          <a:p>
            <a:r>
              <a:rPr lang="en-SG" dirty="0" err="1" smtClean="0"/>
              <a:t>Ollama</a:t>
            </a:r>
            <a:r>
              <a:rPr lang="en-SG" dirty="0" smtClean="0"/>
              <a:t> </a:t>
            </a:r>
          </a:p>
          <a:p>
            <a:pPr lvl="1"/>
            <a:r>
              <a:rPr lang="en-SG" dirty="0" smtClean="0"/>
              <a:t>llama3.2: (2GB)</a:t>
            </a:r>
          </a:p>
          <a:p>
            <a:pPr lvl="2"/>
            <a:r>
              <a:rPr lang="en-SG" dirty="0" smtClean="0"/>
              <a:t>3B parameters</a:t>
            </a:r>
          </a:p>
          <a:p>
            <a:pPr lvl="1"/>
            <a:r>
              <a:rPr lang="en-SG" dirty="0" smtClean="0"/>
              <a:t>Llama3.2:1b (1.3GB)</a:t>
            </a:r>
          </a:p>
          <a:p>
            <a:pPr lvl="2"/>
            <a:r>
              <a:rPr lang="en-SG" dirty="0" smtClean="0"/>
              <a:t>1B parameters</a:t>
            </a:r>
          </a:p>
          <a:p>
            <a:r>
              <a:rPr lang="en-SG" dirty="0" smtClean="0"/>
              <a:t>Model=mistral (by Mistral AI)</a:t>
            </a:r>
          </a:p>
          <a:p>
            <a:pPr lvl="1"/>
            <a:r>
              <a:rPr lang="en-SG" dirty="0" smtClean="0"/>
              <a:t>Mistral (4.4GB)</a:t>
            </a:r>
          </a:p>
          <a:p>
            <a:pPr lvl="2"/>
            <a:r>
              <a:rPr lang="en-SG" dirty="0" smtClean="0"/>
              <a:t>7B parameters</a:t>
            </a:r>
            <a:endParaRPr lang="en-SG" dirty="0" smtClean="0"/>
          </a:p>
          <a:p>
            <a:endParaRPr lang="en-SG" dirty="0" smtClean="0"/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Cursor has issues opening </a:t>
            </a:r>
            <a:r>
              <a:rPr lang="en-SG" dirty="0" err="1" smtClean="0"/>
              <a:t>ipynb</a:t>
            </a:r>
            <a:r>
              <a:rPr lang="en-SG" dirty="0" smtClean="0"/>
              <a:t>, Terminal. Use VSC instead.</a:t>
            </a:r>
          </a:p>
          <a:p>
            <a:r>
              <a:rPr lang="en-SG" dirty="0" smtClean="0"/>
              <a:t>Install </a:t>
            </a:r>
            <a:r>
              <a:rPr lang="en-SG" dirty="0" err="1" smtClean="0"/>
              <a:t>Jupyter</a:t>
            </a:r>
            <a:r>
              <a:rPr lang="en-SG" dirty="0" smtClean="0"/>
              <a:t> extension for VSC for </a:t>
            </a:r>
            <a:r>
              <a:rPr lang="en-SG" dirty="0" err="1" smtClean="0"/>
              <a:t>ipynb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Vellum </a:t>
            </a:r>
            <a:r>
              <a:rPr lang="en-SG" dirty="0" err="1" smtClean="0"/>
              <a:t>leaderboard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https://www.vellum.ai/llm-leaderboard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9E2218F-540B-47C2-9786-8508B41A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Agentic AI framework</a:t>
            </a:r>
            <a:endParaRPr lang="en-S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xmlns="" id="{FAD2DB17-1942-4E63-A5CC-02C3F178B1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4023378947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xmlns="" val="194225877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xmlns="" val="904048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845308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framework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MCP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86280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OpenAI</a:t>
                      </a:r>
                      <a:r>
                        <a:rPr lang="en-US" dirty="0"/>
                        <a:t> Agents SDK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Crew AI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166041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LangGraph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AutoGen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995986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3819635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F2270C-C64A-4468-8C76-CD7C162A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6F7D9D1-F7C9-431A-9F2F-D27874872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Tools is just json</a:t>
            </a:r>
          </a:p>
          <a:p>
            <a:r>
              <a:rPr lang="en-US" dirty="0"/>
              <a:t>Use for loop and if statements to handle different tools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345905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03C4D14-E308-479D-B763-229C75940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Pushover Tool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23E285D-BFF9-413F-B3A7-50236E960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http://pushover.net</a:t>
            </a:r>
            <a:endParaRPr lang="en-US" dirty="0"/>
          </a:p>
          <a:p>
            <a:r>
              <a:rPr lang="en-US" dirty="0"/>
              <a:t>Free</a:t>
            </a:r>
          </a:p>
          <a:p>
            <a:r>
              <a:rPr lang="en-US" dirty="0"/>
              <a:t>Send </a:t>
            </a:r>
            <a:r>
              <a:rPr lang="en-US" dirty="0" err="1"/>
              <a:t>sms</a:t>
            </a:r>
            <a:r>
              <a:rPr lang="en-US" dirty="0"/>
              <a:t> to </a:t>
            </a:r>
            <a:r>
              <a:rPr lang="en-US" dirty="0" err="1"/>
              <a:t>ur</a:t>
            </a:r>
            <a:r>
              <a:rPr lang="en-US" dirty="0"/>
              <a:t> phone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2467242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 smtClean="0"/>
              <a:t>AutoGen</a:t>
            </a:r>
            <a:r>
              <a:rPr lang="en-SG" dirty="0" smtClean="0"/>
              <a:t> (AG)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From Microsoft</a:t>
            </a:r>
          </a:p>
          <a:p>
            <a:r>
              <a:rPr lang="en-SG" dirty="0" smtClean="0"/>
              <a:t>Solve issue with </a:t>
            </a:r>
            <a:r>
              <a:rPr lang="en-SG" dirty="0" err="1" smtClean="0"/>
              <a:t>observability</a:t>
            </a:r>
            <a:r>
              <a:rPr lang="en-SG" dirty="0" smtClean="0"/>
              <a:t> (do u know what is going on)</a:t>
            </a:r>
          </a:p>
          <a:p>
            <a:r>
              <a:rPr lang="en-SG" dirty="0" smtClean="0"/>
              <a:t>Version: 0.2 -&gt; 0.4 (Jan2025) -&gt; 0.5.1</a:t>
            </a:r>
          </a:p>
          <a:p>
            <a:r>
              <a:rPr lang="en-SG" dirty="0" smtClean="0"/>
              <a:t>Drama:</a:t>
            </a:r>
          </a:p>
          <a:p>
            <a:pPr lvl="1"/>
            <a:r>
              <a:rPr lang="en-SG" dirty="0" smtClean="0"/>
              <a:t>MS engineer left and join Google.</a:t>
            </a:r>
          </a:p>
          <a:p>
            <a:pPr lvl="1"/>
            <a:r>
              <a:rPr lang="en-SG" dirty="0" smtClean="0"/>
              <a:t>Create AG2 (</a:t>
            </a:r>
            <a:r>
              <a:rPr lang="en-SG" dirty="0" err="1" smtClean="0"/>
              <a:t>AgentOS</a:t>
            </a:r>
            <a:r>
              <a:rPr lang="en-SG" dirty="0" smtClean="0"/>
              <a:t> 2 compatible with </a:t>
            </a:r>
            <a:r>
              <a:rPr lang="en-SG" dirty="0" err="1" smtClean="0"/>
              <a:t>AutoGen</a:t>
            </a:r>
            <a:r>
              <a:rPr lang="en-SG" dirty="0" smtClean="0"/>
              <a:t> 0.2)</a:t>
            </a:r>
          </a:p>
          <a:p>
            <a:pPr lvl="1"/>
            <a:r>
              <a:rPr lang="en-SG" dirty="0" smtClean="0"/>
              <a:t>Discord, many forum, pip install </a:t>
            </a:r>
            <a:r>
              <a:rPr lang="en-SG" dirty="0" err="1" smtClean="0"/>
              <a:t>autogen</a:t>
            </a:r>
            <a:r>
              <a:rPr lang="en-SG" dirty="0" smtClean="0"/>
              <a:t> is AG2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AutoGen</a:t>
            </a:r>
            <a:r>
              <a:rPr lang="en-SG" dirty="0" smtClean="0"/>
              <a:t> Core (runtime) -&gt; focus on these 2</a:t>
            </a:r>
          </a:p>
          <a:p>
            <a:r>
              <a:rPr lang="en-SG" dirty="0" err="1" smtClean="0"/>
              <a:t>AutoGen</a:t>
            </a:r>
            <a:r>
              <a:rPr lang="en-SG" dirty="0" smtClean="0"/>
              <a:t> </a:t>
            </a:r>
            <a:r>
              <a:rPr lang="en-SG" dirty="0" err="1" smtClean="0"/>
              <a:t>AgentChat</a:t>
            </a:r>
            <a:r>
              <a:rPr lang="en-SG" dirty="0" smtClean="0"/>
              <a:t> (lightweight) -&gt; focus on this more</a:t>
            </a:r>
          </a:p>
          <a:p>
            <a:r>
              <a:rPr lang="en-SG" dirty="0" smtClean="0"/>
              <a:t>Studio (research, </a:t>
            </a:r>
            <a:r>
              <a:rPr lang="en-SG" dirty="0" err="1" smtClean="0"/>
              <a:t>opensource</a:t>
            </a:r>
            <a:r>
              <a:rPr lang="en-SG" dirty="0" smtClean="0"/>
              <a:t> contribution)</a:t>
            </a:r>
          </a:p>
          <a:p>
            <a:r>
              <a:rPr lang="en-SG" dirty="0" err="1" smtClean="0"/>
              <a:t>Magentic</a:t>
            </a:r>
            <a:r>
              <a:rPr lang="en-SG" dirty="0" smtClean="0"/>
              <a:t> One CLI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Models: LLM</a:t>
            </a:r>
          </a:p>
          <a:p>
            <a:r>
              <a:rPr lang="en-SG" dirty="0" smtClean="0"/>
              <a:t>Messages: events, </a:t>
            </a:r>
            <a:r>
              <a:rPr lang="en-SG" dirty="0" err="1" smtClean="0"/>
              <a:t>msg</a:t>
            </a:r>
            <a:r>
              <a:rPr lang="en-SG" dirty="0" smtClean="0"/>
              <a:t> bet LLM</a:t>
            </a:r>
          </a:p>
          <a:p>
            <a:r>
              <a:rPr lang="en-SG" dirty="0" smtClean="0"/>
              <a:t>Agents: carry out task</a:t>
            </a:r>
          </a:p>
          <a:p>
            <a:r>
              <a:rPr lang="en-SG" dirty="0" smtClean="0"/>
              <a:t>Teams: group of agent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Model Control Protocol (MCP)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From </a:t>
            </a:r>
            <a:r>
              <a:rPr lang="en-SG" dirty="0" err="1" smtClean="0"/>
              <a:t>Anthropic</a:t>
            </a:r>
            <a:endParaRPr lang="en-SG" dirty="0" smtClean="0"/>
          </a:p>
          <a:p>
            <a:r>
              <a:rPr lang="en-SG" dirty="0" smtClean="0"/>
              <a:t>Agreement instead of code.</a:t>
            </a:r>
          </a:p>
          <a:p>
            <a:r>
              <a:rPr lang="en-SG" dirty="0" smtClean="0"/>
              <a:t>Similar in concept to </a:t>
            </a:r>
            <a:r>
              <a:rPr lang="en-SG" smtClean="0"/>
              <a:t>LangChain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484</Words>
  <Application>Microsoft Office PowerPoint</Application>
  <PresentationFormat>Custom</PresentationFormat>
  <Paragraphs>114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AI Engineer Agentic Track</vt:lpstr>
      <vt:lpstr>n8n</vt:lpstr>
      <vt:lpstr>Course intro</vt:lpstr>
      <vt:lpstr>Lesson Plan</vt:lpstr>
      <vt:lpstr>Slide 5</vt:lpstr>
      <vt:lpstr>For who</vt:lpstr>
      <vt:lpstr>Tools</vt:lpstr>
      <vt:lpstr>API cost</vt:lpstr>
      <vt:lpstr>Ed Donner github</vt:lpstr>
      <vt:lpstr>Setup on Windows</vt:lpstr>
      <vt:lpstr>Use ollama instead of OpenAI</vt:lpstr>
      <vt:lpstr>Slide 12</vt:lpstr>
      <vt:lpstr>Vellum leaderboard</vt:lpstr>
      <vt:lpstr>Agentic AI framework</vt:lpstr>
      <vt:lpstr>Slide 15</vt:lpstr>
      <vt:lpstr>Pushover Tool</vt:lpstr>
      <vt:lpstr>AutoGen (AG)</vt:lpstr>
      <vt:lpstr>Slide 18</vt:lpstr>
      <vt:lpstr>Slide 19</vt:lpstr>
      <vt:lpstr>Model Control Protocol (MCP)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Engineer Agentic Track</dc:title>
  <dc:creator>Huang Wenjun</dc:creator>
  <cp:lastModifiedBy>Wenjun Huang</cp:lastModifiedBy>
  <cp:revision>51</cp:revision>
  <dcterms:created xsi:type="dcterms:W3CDTF">2026-04-15T05:10:34Z</dcterms:created>
  <dcterms:modified xsi:type="dcterms:W3CDTF">2026-04-19T06:40:37Z</dcterms:modified>
</cp:coreProperties>
</file>